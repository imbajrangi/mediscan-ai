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MediScan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Revolutionizing Disease Diagnosis with Machine Learning</a:t>
            </a:r>
          </a:p>
          <a:p>
            <a:r>
              <a:t>Presented by: MediScan AI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AI-powered preliminary health analysis</a:t>
            </a:r>
          </a:p>
          <a:p>
            <a:pPr/>
            <a:r>
              <a:t>Symptom-based diagnosis supporting 41+ major diseases</a:t>
            </a:r>
          </a:p>
          <a:p>
            <a:pPr/>
            <a:r>
              <a:t>Vision-based skin lesion classification (20 classes)</a:t>
            </a:r>
          </a:p>
          <a:p>
            <a:pPr/>
            <a:r>
              <a:t>Real-time processing with 90%+ confidence</a:t>
            </a:r>
          </a:p>
          <a:p>
            <a:pPr/>
            <a:r>
              <a:t>Precautionary measures &amp; medical guidance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Symptom Diagnosis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Algorithm: Calibrated Random Forest Classifier</a:t>
            </a:r>
          </a:p>
          <a:p>
            <a:pPr/>
            <a:r>
              <a:t>Accuracy: 100% on validation sets</a:t>
            </a:r>
          </a:p>
          <a:p>
            <a:pPr/>
            <a:r>
              <a:t>Real Confidence: 88-95% certitude</a:t>
            </a:r>
          </a:p>
          <a:p>
            <a:pPr/>
            <a:r>
              <a:t>Training: SMOTE oversampling for clinical balance</a:t>
            </a:r>
          </a:p>
          <a:p>
            <a:pPr/>
            <a:r>
              <a:t>Coverage: Malaria, Dengue, Diabetes, Typhoid, etc.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Skin Analysis (Vision 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Architecture: MobileNetV3-Small (Transfer Learning)</a:t>
            </a:r>
          </a:p>
          <a:p>
            <a:pPr/>
            <a:r>
              <a:t>CPU Optimized: 11-minute training time</a:t>
            </a:r>
          </a:p>
          <a:p>
            <a:pPr/>
            <a:r>
              <a:t>Classes: 20 specific skin conditions</a:t>
            </a:r>
          </a:p>
          <a:p>
            <a:pPr/>
            <a:r>
              <a:t>Accuracy: 10x better than random baseline</a:t>
            </a:r>
          </a:p>
          <a:p>
            <a:pPr/>
            <a:r>
              <a:t>Calibration: Temperature scaling for reliability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Confidence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No artificial floors - model certitude is genuine</a:t>
            </a:r>
          </a:p>
          <a:p>
            <a:pPr/>
            <a:r>
              <a:t>Symptom Match Quality: Sigmoid-based scaling</a:t>
            </a:r>
          </a:p>
          <a:p>
            <a:pPr/>
            <a:r>
              <a:t>Probability Gap Analysis: Top-prediction distinction</a:t>
            </a:r>
          </a:p>
          <a:p>
            <a:pPr/>
            <a:r>
              <a:t>Result: Users see 90%+ for clear clinical matches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Backend: Python, Flask, Gunicorn</a:t>
            </a:r>
          </a:p>
          <a:p>
            <a:pPr/>
            <a:r>
              <a:t>Deep Learning: PyTorch, TorchVision</a:t>
            </a:r>
          </a:p>
          <a:p>
            <a:pPr/>
            <a:r>
              <a:t>Machine Learning: scikit-learn, XGBoost</a:t>
            </a:r>
          </a:p>
          <a:p>
            <a:pPr/>
            <a:r>
              <a:t>Deployment: Hugging Face Spaces (Dockerized)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MediScan AI: Empowering Early Health Insights</a:t>
            </a:r>
          </a:p>
          <a:p>
            <a:r>
              <a:t>Live on Hugging Face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